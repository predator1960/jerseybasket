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D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87" d="100"/>
          <a:sy n="87" d="100"/>
        </p:scale>
        <p:origin x="114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8FC58-EEEA-9F55-D29F-117CFBD36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12698-E5CC-E194-BED0-5306F31ED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23AC0-BC95-F688-9CB7-E2971B255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950-07B1-479E-890B-C4DD4E24FBAB}" type="datetimeFigureOut">
              <a:rPr lang="en-IE" smtClean="0"/>
              <a:t>04/06/2026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BD4E8-4E00-13D9-1ED3-84AD22A8F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5730F-77D2-32A8-3810-D075B84E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5114-CAA5-430E-BFAA-3A2ED0EE8A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24591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EBD3-0268-FE5C-1282-962A18F94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3A08A-AF3B-C975-D0B5-729340A96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AA57F-85F5-0EC6-E3ED-9918E2151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950-07B1-479E-890B-C4DD4E24FBAB}" type="datetimeFigureOut">
              <a:rPr lang="en-IE" smtClean="0"/>
              <a:t>04/06/2026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C0483-0090-5DFB-ADBE-139A69D04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05E84-9003-2145-19A9-9611AED5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5114-CAA5-430E-BFAA-3A2ED0EE8A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29933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B925-07E7-A0ED-473D-84BD39CD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139A7-5B85-3406-7C31-C4935F0E6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AD62A-6402-EDE6-37EB-CBF2744BB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950-07B1-479E-890B-C4DD4E24FBAB}" type="datetimeFigureOut">
              <a:rPr lang="en-IE" smtClean="0"/>
              <a:t>04/06/2026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BF0A6-07CB-2253-2840-F69C1562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9D66C-CB4E-88F5-BE7C-FE3369F7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5114-CAA5-430E-BFAA-3A2ED0EE8A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2213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3DF88-E80A-ED8F-A4E5-866250262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167BC-3E42-740C-6184-0B25A62F4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5C8E6-107A-E2EA-7349-A57BD9908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9752F-F14B-A430-284B-327EBB315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950-07B1-479E-890B-C4DD4E24FBAB}" type="datetimeFigureOut">
              <a:rPr lang="en-IE" smtClean="0"/>
              <a:t>04/06/2026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7A874-B620-3BD1-3D9F-51C8CB730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F8D65-9A6D-EB42-CFA1-87EC4C9E9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5114-CAA5-430E-BFAA-3A2ED0EE8A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29410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B331-ABED-0B8F-E92F-C7CD83C40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D735C-C2E8-3D91-8C11-90E24ACC2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9326F-FFE7-5CD3-616C-0E5661FC9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1F3601-2973-3AFC-EE75-60234AE38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E5CA29-FA70-2FE3-4992-E9A0944645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CD3F50-BA3E-3C30-B7FB-A93073F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950-07B1-479E-890B-C4DD4E24FBAB}" type="datetimeFigureOut">
              <a:rPr lang="en-IE" smtClean="0"/>
              <a:t>04/06/2026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389C4-6AFC-C814-14BF-5022519FE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65B377-7366-673B-0393-23121790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5114-CAA5-430E-BFAA-3A2ED0EE8A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22197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721F-C64B-5D5B-03EE-79B72254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4B0B8F-5980-2160-17B2-8D45EA8EB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950-07B1-479E-890B-C4DD4E24FBAB}" type="datetimeFigureOut">
              <a:rPr lang="en-IE" smtClean="0"/>
              <a:t>04/06/2026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CD116-5E07-FF61-E069-B6C7202E1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43624-D24A-F95C-6E85-3AF8F3E3E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5114-CAA5-430E-BFAA-3A2ED0EE8A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5678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2B222-C95B-D106-977C-3DFE39BB5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950-07B1-479E-890B-C4DD4E24FBAB}" type="datetimeFigureOut">
              <a:rPr lang="en-IE" smtClean="0"/>
              <a:t>04/06/2026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DF0F42-FBA0-E6B6-DB6C-45E9874A7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E5D20-C1F7-3FA3-49D3-7751EF472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5114-CAA5-430E-BFAA-3A2ED0EE8A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532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0C6F8-F0F8-FDC5-C7F0-03C5A5166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64563-6C84-107C-431B-6A01E4AC5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F32EB-ACF9-3706-4F52-F1F69833F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72317-7644-56A6-E7D8-0170E92DF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950-07B1-479E-890B-C4DD4E24FBAB}" type="datetimeFigureOut">
              <a:rPr lang="en-IE" smtClean="0"/>
              <a:t>04/06/2026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8F82B-A8CE-119D-0ECF-2D375073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B545E-A523-7036-18F5-4632B0F2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5114-CAA5-430E-BFAA-3A2ED0EE8A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697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59B68-8C02-4850-A49E-9B521E60D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91D3D-E314-0A92-555E-EE251D2A83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4A75C-1214-56AF-602D-BBE4A855F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27C9F-9093-7402-CBA8-B7CB9492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950-07B1-479E-890B-C4DD4E24FBAB}" type="datetimeFigureOut">
              <a:rPr lang="en-IE" smtClean="0"/>
              <a:t>04/06/2026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E5EE7-01F3-6505-0039-8CD973551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27E94-1FA6-D403-DD65-0EC5377CC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5114-CAA5-430E-BFAA-3A2ED0EE8A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88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135B7-601B-1DE1-178E-A3FD8B6DE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0EDB5-C78D-E992-00DD-8712CF50B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CD740-C4A8-CAB0-0C03-819D8D37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950-07B1-479E-890B-C4DD4E24FBAB}" type="datetimeFigureOut">
              <a:rPr lang="en-IE" smtClean="0"/>
              <a:t>04/06/2026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2741B-85C1-7EB5-A736-33E61F245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3CBC0-F5BF-9C6A-8F74-DD43A680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5114-CAA5-430E-BFAA-3A2ED0EE8A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678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CB67C5-2A2F-C14C-C0C8-3CC287B8B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81F81-8393-4627-B8FE-E943CCD97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77E11-0DA9-227A-79E7-0A210BF0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950-07B1-479E-890B-C4DD4E24FBAB}" type="datetimeFigureOut">
              <a:rPr lang="en-IE" smtClean="0"/>
              <a:t>04/06/2026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B9C01-E698-9CFE-4BDA-C3475C08E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C0C45-9A6C-6EC6-0DA8-B8B10FA37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5114-CAA5-430E-BFAA-3A2ED0EE8A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605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3B7DC-1EF0-4270-5699-DBF6F611B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9F070-17EF-6310-F0FF-F5437CC49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212F3-AA32-2A71-4504-5E9AAACF46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4B950-07B1-479E-890B-C4DD4E24FBAB}" type="datetimeFigureOut">
              <a:rPr lang="en-IE" smtClean="0"/>
              <a:t>04/06/2026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5A3EC-9296-2EF7-9C36-FD5FBF490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B7EF7-8606-983E-1354-819DCD41C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25114-CAA5-430E-BFAA-3A2ED0EE8A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0355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58BFC18-9C46-8A0B-2827-99228692F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58598"/>
            <a:ext cx="10972800" cy="634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66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D28A6-9084-ECB9-4DAB-F5FCCE24E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771F84-722F-21E7-24BB-7834FBAE0EE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8600"/>
            <a:ext cx="109728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50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A851EB-AC2D-59D8-6835-21096E78A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398FC9-8772-F3FB-575B-9CAC2BB0A5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8600"/>
            <a:ext cx="109728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569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73034-61A3-7F6D-FDE2-8BEBC1596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E700B20-833D-C77C-A66F-1A7B49107E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72" y="228600"/>
            <a:ext cx="10972800" cy="6400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31F2BE-7842-17F6-0832-FE1CB9A7041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72" y="228600"/>
            <a:ext cx="10972800" cy="6400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5507BB-E26A-6296-2751-E302E975522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8600"/>
            <a:ext cx="10972800" cy="6400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D7E997-E8B7-E860-6EC0-374B0E84ACF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72" y="228600"/>
            <a:ext cx="10972800" cy="6400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6EDDA5-D731-7487-32EC-59C1CB315817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8600"/>
            <a:ext cx="10972800" cy="6400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4076F4-6EBA-FACB-C19E-558828600F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813" y="961681"/>
            <a:ext cx="4296375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0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000"/>
                            </p:stCondLst>
                            <p:childTnLst>
                              <p:par>
                                <p:cTn id="1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60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95B2D-FFBC-278C-AA94-DC0082E3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01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1EC9E-C35E-C3BD-0DA6-1A8B531E7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089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6E69F-197F-BBB0-6390-14623B12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083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Eamonn O'Shea</dc:creator>
  <cp:lastModifiedBy>Eamonn O'Shea</cp:lastModifiedBy>
  <cp:revision>2</cp:revision>
  <dcterms:created xsi:type="dcterms:W3CDTF">2026-06-04T18:14:33Z</dcterms:created>
  <dcterms:modified xsi:type="dcterms:W3CDTF">2026-06-04T21:41:21Z</dcterms:modified>
</cp:coreProperties>
</file>